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8" r:id="rId3"/>
    <p:sldId id="259" r:id="rId4"/>
    <p:sldId id="258" r:id="rId5"/>
    <p:sldId id="260" r:id="rId6"/>
    <p:sldId id="266" r:id="rId7"/>
    <p:sldId id="261" r:id="rId8"/>
    <p:sldId id="264" r:id="rId9"/>
    <p:sldId id="263" r:id="rId10"/>
    <p:sldId id="278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3C8CCC2-E5E7-46E4-AE8E-85F32D59258A}">
          <p14:sldIdLst/>
        </p14:section>
        <p14:section name="Untitled Section" id="{CD1928AA-4E3F-47F1-A41A-20F26BB97180}">
          <p14:sldIdLst/>
        </p14:section>
        <p14:section name="Untitled Section" id="{CDFB0DF8-123E-40A4-9B8A-343FFAD953B4}">
          <p14:sldIdLst>
            <p14:sldId id="268"/>
            <p14:sldId id="259"/>
            <p14:sldId id="258"/>
            <p14:sldId id="260"/>
            <p14:sldId id="266"/>
            <p14:sldId id="261"/>
            <p14:sldId id="264"/>
            <p14:sldId id="263"/>
            <p14:sldId id="278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tags" Target="../tags/tag2.xml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169018"/>
            <a:ext cx="1060965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Vision impairment is a major disability, with India having the largest visually impaired population globally. This study introduces a </a:t>
            </a:r>
            <a:r>
              <a:rPr lang="en-IN" i="1" dirty="0"/>
              <a:t>framework</a:t>
            </a:r>
            <a:r>
              <a:rPr lang="en-IN" dirty="0"/>
              <a:t> to assist the visually impaired in object detection and recognition.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The framework enables independent navigation and environmental awareness for visually impaired individuals. The system uses transfer learning with a Single-Shot Detection (SSD) mechanism for object detection and classification.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Human faces and currency notes are recognized using an Inception V3 model if detected. The SSD detector is trained on a modified PASCAL VOC 2007 dataset with an added currency class.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Separate Inception V3 models are trained for human face and currency note recognition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The framework is scalable and adaptable to user preferences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The system provides real-time audio feedback to the visually impaired user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The SSD detector achieved a 67.8% </a:t>
            </a:r>
            <a:r>
              <a:rPr lang="en-IN" dirty="0" err="1"/>
              <a:t>mAP</a:t>
            </a:r>
            <a:r>
              <a:rPr lang="en-IN" dirty="0"/>
              <a:t> score for the currency class, and the Inception V3 model had testing accuracies of 92.5% for person recognition and 90.2% for currency recognition.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486275" y="305035"/>
            <a:ext cx="5711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kern="100" dirty="0">
                <a:solidFill>
                  <a:srgbClr val="EA74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ABSTRACT</a:t>
            </a:r>
            <a:endParaRPr lang="en-IN" sz="3200" u="sng" dirty="0">
              <a:solidFill>
                <a:srgbClr val="EA74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86126" y="414338"/>
            <a:ext cx="59828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u="sng" dirty="0">
                <a:solidFill>
                  <a:srgbClr val="EA7418"/>
                </a:solidFill>
              </a:rPr>
              <a:t>EXISTING SYSTEM</a:t>
            </a:r>
            <a:endParaRPr lang="en-IN" sz="3200" u="sng" dirty="0">
              <a:solidFill>
                <a:srgbClr val="EA741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0695" y="1461135"/>
            <a:ext cx="10624820" cy="5397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existing Deep Learning-based Object Detection and Recognition Framework for the Visually-Impaired integrates SSD for real-time object detection</a:t>
            </a:r>
            <a:r>
              <a:rPr lang="en-IN" altLang="en-US" dirty="0"/>
              <a:t>.</a:t>
            </a:r>
            <a:endParaRPr lang="en-I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is an difficult task for the visually Impaired to recognise faces, objects in real life cases.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ym typeface="+mn-ea"/>
              </a:rPr>
              <a:t>Vision impairment is a major disability, which India having the largest visually impaired population globally.</a:t>
            </a:r>
            <a:endParaRPr lang="en-IN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ym typeface="+mn-ea"/>
              </a:rPr>
              <a:t>Visually Impaired means people with Improper  Vision.As they cannot identify objects directly,through our module it will be easy to detect the object and classify them accordingly.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IN" dirty="0"/>
          </a:p>
          <a:p>
            <a:pPr indent="0">
              <a:buFont typeface="Arial" panose="020B0604020202020204" pitchFamily="34" charset="0"/>
              <a:buNone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43337" y="522565"/>
            <a:ext cx="62543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u="sng" dirty="0">
                <a:solidFill>
                  <a:srgbClr val="EA7418"/>
                </a:solidFill>
              </a:rPr>
              <a:t>PROPOSED SYSTEM</a:t>
            </a:r>
            <a:endParaRPr lang="en-IN" sz="3200" u="sng" dirty="0">
              <a:solidFill>
                <a:srgbClr val="EA7418"/>
              </a:solidFill>
            </a:endParaRPr>
          </a:p>
          <a:p>
            <a:endParaRPr lang="en-IN" sz="3200" u="sng" dirty="0">
              <a:solidFill>
                <a:srgbClr val="EA741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2900" y="1343025"/>
            <a:ext cx="1150143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proposed system consists of four main components: a camera for image input, object detection and classification module, face and currency recognition modules, and audio output for visually impaired users.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The focus is on designing a framework that integrates object detection, classification, and recognition using SSD for faster detection across multiple categories.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dataset used is a modified version of PASCAL VOC 2007, expanded to 21 classes including a new currency class, trained using transfer learning on the SSD-VGG16 model.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For human or currency classes detected, additional stages involve feeding cropped images into separate Inception v3 models trained via transfer learning with ImageNet weights.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system is trained to recognize  human faces and  types of currency notes, with potential for modular expansion and customization to meet user-specific needs.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approach aims to provide a scalable, modular, and user-friendly solution for assisting visually impaired individuals through advanced image detection, classification, and recognition technologies.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8118" y="1497329"/>
            <a:ext cx="118157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⁠  ⁠Describes the implementation using:</a:t>
            </a:r>
            <a:endParaRPr lang="en-IN" dirty="0"/>
          </a:p>
          <a:p>
            <a:endParaRPr lang="en-IN" dirty="0"/>
          </a:p>
          <a:p>
            <a:pPr lvl="7"/>
            <a:r>
              <a:rPr lang="en-IN" dirty="0"/>
              <a:t>	             	. TensorFlow</a:t>
            </a:r>
            <a:endParaRPr lang="en-IN" dirty="0"/>
          </a:p>
          <a:p>
            <a:pPr marL="3486150" lvl="7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lvl="7"/>
            <a:r>
              <a:rPr lang="en-IN" dirty="0"/>
              <a:t>              		.  </a:t>
            </a:r>
            <a:r>
              <a:rPr lang="en-IN" dirty="0" err="1"/>
              <a:t>Keras</a:t>
            </a:r>
            <a:endParaRPr lang="en-IN" dirty="0"/>
          </a:p>
          <a:p>
            <a:pPr lvl="7"/>
            <a:endParaRPr lang="en-IN" dirty="0"/>
          </a:p>
          <a:p>
            <a:pPr lvl="7"/>
            <a:r>
              <a:rPr lang="en-IN" dirty="0"/>
              <a:t>              		.  OpenCV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-3046810" y="3429000"/>
            <a:ext cx="150506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endParaRPr lang="en-IN" dirty="0"/>
          </a:p>
          <a:p>
            <a:pPr lvl="7"/>
            <a:endParaRPr lang="en-IN" dirty="0"/>
          </a:p>
          <a:p>
            <a:pPr lvl="7"/>
            <a:r>
              <a:rPr lang="en-IN" dirty="0"/>
              <a:t>•⁠      ⁠key features:</a:t>
            </a:r>
            <a:endParaRPr lang="en-IN" dirty="0"/>
          </a:p>
          <a:p>
            <a:pPr lvl="7"/>
            <a:endParaRPr lang="en-IN" dirty="0"/>
          </a:p>
          <a:p>
            <a:pPr lvl="7"/>
            <a:r>
              <a:rPr lang="en-IN" dirty="0"/>
              <a:t>	 				               - SSD model loading and detection.</a:t>
            </a:r>
            <a:endParaRPr lang="en-IN" dirty="0"/>
          </a:p>
          <a:p>
            <a:pPr lvl="7"/>
            <a:r>
              <a:rPr lang="en-IN" dirty="0"/>
              <a:t> </a:t>
            </a:r>
            <a:endParaRPr lang="en-IN" dirty="0"/>
          </a:p>
          <a:p>
            <a:pPr lvl="7"/>
            <a:r>
              <a:rPr lang="en-IN" dirty="0"/>
              <a:t>					               - Inception model loading and classification .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3929063" y="485775"/>
            <a:ext cx="44505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u="sng" dirty="0">
                <a:solidFill>
                  <a:srgbClr val="EA7418"/>
                </a:solidFill>
                <a:sym typeface="+mn-ea"/>
              </a:rPr>
              <a:t>IMPLEMENTATION</a:t>
            </a:r>
            <a:endParaRPr lang="en-IN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7531" y="0"/>
            <a:ext cx="4972050" cy="10953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9" y="1628775"/>
            <a:ext cx="8601074" cy="38147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272741"/>
            <a:ext cx="5525264" cy="35581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300413"/>
            <a:ext cx="57531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237" y="542925"/>
            <a:ext cx="9986963" cy="5172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43088" y="5868070"/>
            <a:ext cx="7815262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‘Inception Accuracy &amp; Loss Graph’</a:t>
            </a:r>
            <a:endParaRPr lang="en-IN" sz="40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35" y="0"/>
            <a:ext cx="5650230" cy="391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879465" y="3635375"/>
            <a:ext cx="6312535" cy="32226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" y="2231100"/>
            <a:ext cx="8820150" cy="20097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0</TotalTime>
  <Words>2988</Words>
  <Application>WPS Presentation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Bookman Old Style</vt:lpstr>
      <vt:lpstr>Calibri</vt:lpstr>
      <vt:lpstr>Times New Roman</vt:lpstr>
      <vt:lpstr>Microsoft YaHei</vt:lpstr>
      <vt:lpstr>Arial Unicode MS</vt:lpstr>
      <vt:lpstr>Corbel</vt:lpstr>
      <vt:lpstr>Depth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mskreddy407@outlook.com</dc:creator>
  <cp:lastModifiedBy>mskre</cp:lastModifiedBy>
  <cp:revision>8</cp:revision>
  <dcterms:created xsi:type="dcterms:W3CDTF">2024-07-09T07:55:00Z</dcterms:created>
  <dcterms:modified xsi:type="dcterms:W3CDTF">2024-07-11T17:15:41Z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B88FEBE184854BEEBD8D0F6C35ECEBD8_13</vt:lpwstr>
  </property>
  <property fmtid="{D5CDD505-2E9C-101B-9397-08002B2CF9AE}" pid="3" name="KSOProductBuildVer">
    <vt:lpwstr>1033-12.2.0.17119</vt:lpwstr>
  </property>
</Properties>
</file>